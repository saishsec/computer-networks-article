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005840" cy="1463040"/>
          </a:xfrm>
          <a:prstGeom prst="line">
            <a:avLst/>
          </a:prstGeom>
          <a:noFill/>
          <a:ln w="12700">
            <a:solidFill>
              <a:srgbClr val="3540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640080" y="2377440"/>
            <a:ext cx="1280160" cy="1554480"/>
          </a:xfrm>
          <a:prstGeom prst="line">
            <a:avLst/>
          </a:prstGeom>
          <a:noFill/>
          <a:ln w="12700">
            <a:solidFill>
              <a:srgbClr val="3540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3931920"/>
            <a:ext cx="1097280" cy="1463040"/>
          </a:xfrm>
          <a:prstGeom prst="line">
            <a:avLst/>
          </a:prstGeom>
          <a:noFill/>
          <a:ln w="12700">
            <a:solidFill>
              <a:srgbClr val="354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457200" y="5394960"/>
            <a:ext cx="1280160" cy="731520"/>
          </a:xfrm>
          <a:prstGeom prst="line">
            <a:avLst/>
          </a:prstGeom>
          <a:noFill/>
          <a:ln w="12700">
            <a:solidFill>
              <a:srgbClr val="3540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14400" y="640080"/>
            <a:ext cx="2103120" cy="274320"/>
          </a:xfrm>
          <a:prstGeom prst="line">
            <a:avLst/>
          </a:prstGeom>
          <a:noFill/>
          <a:ln w="12700">
            <a:solidFill>
              <a:srgbClr val="3540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0" y="1005840"/>
            <a:ext cx="822960" cy="1463040"/>
          </a:xfrm>
          <a:prstGeom prst="line">
            <a:avLst/>
          </a:prstGeom>
          <a:noFill/>
          <a:ln w="12700">
            <a:solidFill>
              <a:srgbClr val="3540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881360" y="2468880"/>
            <a:ext cx="548640" cy="1554480"/>
          </a:xfrm>
          <a:prstGeom prst="line">
            <a:avLst/>
          </a:prstGeom>
          <a:noFill/>
          <a:ln w="12700">
            <a:solidFill>
              <a:srgbClr val="3540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4023360"/>
            <a:ext cx="731520" cy="1280160"/>
          </a:xfrm>
          <a:prstGeom prst="line">
            <a:avLst/>
          </a:prstGeom>
          <a:noFill/>
          <a:ln w="12700">
            <a:solidFill>
              <a:srgbClr val="3540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424160" y="5303520"/>
            <a:ext cx="1188720" cy="731520"/>
          </a:xfrm>
          <a:prstGeom prst="line">
            <a:avLst/>
          </a:prstGeom>
          <a:noFill/>
          <a:ln w="12700">
            <a:solidFill>
              <a:srgbClr val="3540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0" y="548640"/>
            <a:ext cx="1280160" cy="457200"/>
          </a:xfrm>
          <a:prstGeom prst="line">
            <a:avLst/>
          </a:prstGeom>
          <a:noFill/>
          <a:ln w="12700">
            <a:solidFill>
              <a:srgbClr val="3540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" y="85953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13" name="Shape 11"/>
          <p:cNvSpPr/>
          <p:nvPr/>
        </p:nvSpPr>
        <p:spPr>
          <a:xfrm>
            <a:off x="1865376" y="232257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14" name="Shape 12"/>
          <p:cNvSpPr/>
          <p:nvPr/>
        </p:nvSpPr>
        <p:spPr>
          <a:xfrm>
            <a:off x="585216" y="387705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15" name="Shape 13"/>
          <p:cNvSpPr/>
          <p:nvPr/>
        </p:nvSpPr>
        <p:spPr>
          <a:xfrm>
            <a:off x="1682496" y="534009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16" name="Shape 14"/>
          <p:cNvSpPr/>
          <p:nvPr/>
        </p:nvSpPr>
        <p:spPr>
          <a:xfrm>
            <a:off x="402336" y="607161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52176" y="95097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75136" y="241401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26496" y="396849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20" name="Shape 18"/>
          <p:cNvSpPr/>
          <p:nvPr/>
        </p:nvSpPr>
        <p:spPr>
          <a:xfrm>
            <a:off x="11558016" y="524865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369296" y="598017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22" name="Shape 20"/>
          <p:cNvSpPr/>
          <p:nvPr/>
        </p:nvSpPr>
        <p:spPr>
          <a:xfrm>
            <a:off x="2962656" y="58521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23" name="Shape 21"/>
          <p:cNvSpPr/>
          <p:nvPr/>
        </p:nvSpPr>
        <p:spPr>
          <a:xfrm>
            <a:off x="9272016" y="49377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LEARNING ASSESSMENT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1874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 Reflection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22960" y="26974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NAT: How Your Router Shares One Internet Address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822960" y="397764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232C6B"/>
          </a:solidFill>
          <a:ln w="12700">
            <a:solidFill>
              <a:srgbClr val="3540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4160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9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68880" y="4160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Saish Satish Gaonkar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45445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9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68880" y="45445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49286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9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68880" y="49286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SYCS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51560" y="53126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9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468880" y="531266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Learning Assessment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966960" y="4206240"/>
            <a:ext cx="822960" cy="822960"/>
          </a:xfrm>
          <a:prstGeom prst="ellipse">
            <a:avLst/>
          </a:prstGeom>
          <a:solidFill>
            <a:srgbClr val="232C6B"/>
          </a:solidFill>
          <a:ln/>
        </p:spPr>
      </p:sp>
      <p:pic>
        <p:nvPicPr>
          <p:cNvPr id="37" name="Image 0" descr="/home/claude/icons/network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5715" y="4304995"/>
            <a:ext cx="625450" cy="625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Completed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 for Stage 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F6F9FF"/>
          </a:solidFill>
          <a:ln w="12700">
            <a:solidFill>
              <a:srgbClr val="E3EA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icons/artic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404" y="2136404"/>
            <a:ext cx="500360" cy="50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391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Technical Article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40487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an original article on Network Address Translation (NAT)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F6F9FF"/>
          </a:solidFill>
          <a:ln w="12700">
            <a:solidFill>
              <a:srgbClr val="E3EA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05740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icons/gradcap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244" y="2136404"/>
            <a:ext cx="500360" cy="500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0391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Networking Academy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15200" y="240487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core networking concepts through CCNA on Cisco NetAcad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84048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F6F9FF"/>
          </a:solidFill>
          <a:ln w="12700">
            <a:solidFill>
              <a:srgbClr val="E3EA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11480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/home/claude/icons/glob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404" y="4193804"/>
            <a:ext cx="500360" cy="500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0965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Studied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37360" y="446227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addressing, NAT, PAT, routing basics, and network security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84048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F6F9FF"/>
          </a:solidFill>
          <a:ln w="12700">
            <a:solidFill>
              <a:srgbClr val="E3EAF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92240" y="411480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/home/claude/icons/github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244" y="4193804"/>
            <a:ext cx="500360" cy="5003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0965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15200" y="446227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repository to publish and host the article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Learning Assessment — Stage 3 Reflection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Completed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from learning to publishing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852160" cy="841248"/>
          </a:xfrm>
          <a:prstGeom prst="roundRect">
            <a:avLst>
              <a:gd name="adj" fmla="val 8696"/>
            </a:avLst>
          </a:prstGeom>
          <a:solidFill>
            <a:srgbClr val="F6F9FF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3911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icons/gradca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20" y="2100560"/>
            <a:ext cx="389169" cy="3891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74520"/>
            <a:ext cx="4846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NetAcad Learning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 rot="5400000">
            <a:off x="3438144" y="2715768"/>
            <a:ext cx="256032" cy="18288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2898648"/>
            <a:ext cx="5852160" cy="841248"/>
          </a:xfrm>
          <a:prstGeom prst="roundRect">
            <a:avLst>
              <a:gd name="adj" fmla="val 8696"/>
            </a:avLst>
          </a:prstGeom>
          <a:solidFill>
            <a:srgbClr val="CADCFC"/>
          </a:solidFill>
          <a:ln/>
        </p:spPr>
      </p:sp>
      <p:sp>
        <p:nvSpPr>
          <p:cNvPr id="10" name="Shape 7"/>
          <p:cNvSpPr/>
          <p:nvPr/>
        </p:nvSpPr>
        <p:spPr>
          <a:xfrm>
            <a:off x="804672" y="30632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icons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120" y="3124688"/>
            <a:ext cx="389169" cy="3891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898648"/>
            <a:ext cx="4846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CCNA Assignments &amp; Quizzes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 rot="5400000">
            <a:off x="3438144" y="3739896"/>
            <a:ext cx="256032" cy="18288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4" name="Shape 10"/>
          <p:cNvSpPr/>
          <p:nvPr/>
        </p:nvSpPr>
        <p:spPr>
          <a:xfrm>
            <a:off x="640080" y="3922776"/>
            <a:ext cx="5852160" cy="841248"/>
          </a:xfrm>
          <a:prstGeom prst="roundRect">
            <a:avLst>
              <a:gd name="adj" fmla="val 8696"/>
            </a:avLst>
          </a:prstGeom>
          <a:solidFill>
            <a:srgbClr val="F6F9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408736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icons/search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20" y="4148816"/>
            <a:ext cx="389169" cy="3891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22776"/>
            <a:ext cx="4846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using networking resources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 rot="5400000">
            <a:off x="3438144" y="4764024"/>
            <a:ext cx="256032" cy="18288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" y="4946904"/>
            <a:ext cx="5852160" cy="841248"/>
          </a:xfrm>
          <a:prstGeom prst="roundRect">
            <a:avLst>
              <a:gd name="adj" fmla="val 8696"/>
            </a:avLst>
          </a:prstGeom>
          <a:solidFill>
            <a:srgbClr val="CADCFC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5111496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icons/pen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20" y="5172944"/>
            <a:ext cx="389169" cy="3891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946904"/>
            <a:ext cx="4846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the Article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 rot="5400000">
            <a:off x="3438144" y="5788152"/>
            <a:ext cx="256032" cy="18288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24" name="Shape 18"/>
          <p:cNvSpPr/>
          <p:nvPr/>
        </p:nvSpPr>
        <p:spPr>
          <a:xfrm>
            <a:off x="640080" y="5971032"/>
            <a:ext cx="5852160" cy="841248"/>
          </a:xfrm>
          <a:prstGeom prst="roundRect">
            <a:avLst>
              <a:gd name="adj" fmla="val 8696"/>
            </a:avLst>
          </a:prstGeom>
          <a:solidFill>
            <a:srgbClr val="F6F9FF"/>
          </a:solidFill>
          <a:ln/>
        </p:spPr>
      </p:sp>
      <p:sp>
        <p:nvSpPr>
          <p:cNvPr id="25" name="Shape 19"/>
          <p:cNvSpPr/>
          <p:nvPr/>
        </p:nvSpPr>
        <p:spPr>
          <a:xfrm>
            <a:off x="804672" y="613562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home/claude/icons/github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120" y="6197072"/>
            <a:ext cx="389169" cy="3891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5971032"/>
            <a:ext cx="4846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on GitHub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6903720" y="1874520"/>
            <a:ext cx="4663440" cy="4343400"/>
          </a:xfrm>
          <a:prstGeom prst="roundRect">
            <a:avLst>
              <a:gd name="adj" fmla="val 2105"/>
            </a:avLst>
          </a:prstGeom>
          <a:solidFill>
            <a:srgbClr val="F6F9FF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29" name="Shape 22"/>
          <p:cNvSpPr/>
          <p:nvPr/>
        </p:nvSpPr>
        <p:spPr>
          <a:xfrm>
            <a:off x="8869680" y="32461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0" name="Image 5" descr="/home/claude/icons/certificat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7462" y="3333902"/>
            <a:ext cx="555955" cy="55595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269480" y="42062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CCNA Certificate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Screenshots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7269480" y="4983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(placeholder — replace before submission)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Learning Assessment — Stage 3 Reflection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Gained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and professional takeaways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4343400"/>
          </a:xfrm>
          <a:prstGeom prst="roundRect">
            <a:avLst>
              <a:gd name="adj" fmla="val 1895"/>
            </a:avLst>
          </a:prstGeom>
          <a:solidFill>
            <a:srgbClr val="F6F9FF"/>
          </a:solidFill>
          <a:ln w="12700">
            <a:solidFill>
              <a:srgbClr val="E3EA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57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26517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/home/claude/icons/rout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712110"/>
            <a:ext cx="382219" cy="3822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651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&amp; PAT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60120" y="34747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/home/claude/icons/glob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" y="3535070"/>
            <a:ext cx="382219" cy="3822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3474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Addressing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960120" y="42976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/home/claude/icons/rout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4358030"/>
            <a:ext cx="382219" cy="38221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4297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Basics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960120" y="51206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3" descr="/home/claude/icons/shiel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" y="5180990"/>
            <a:ext cx="382219" cy="3822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45920" y="51206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Fundamentals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217920" y="1783080"/>
            <a:ext cx="5120640" cy="4343400"/>
          </a:xfrm>
          <a:prstGeom prst="roundRect">
            <a:avLst>
              <a:gd name="adj" fmla="val 1895"/>
            </a:avLst>
          </a:prstGeom>
          <a:solidFill>
            <a:srgbClr val="1E2761"/>
          </a:solidFill>
          <a:ln/>
        </p:spPr>
      </p:sp>
      <p:sp>
        <p:nvSpPr>
          <p:cNvPr id="19" name="Text 13"/>
          <p:cNvSpPr/>
          <p:nvPr/>
        </p:nvSpPr>
        <p:spPr>
          <a:xfrm>
            <a:off x="6537960" y="2057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SKILLS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537960" y="2651760"/>
            <a:ext cx="502920" cy="50292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21" name="Image 4" descr="/home/claude/icons/search_i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310" y="2712110"/>
            <a:ext cx="382219" cy="3822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23760" y="2651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6537960" y="3474720"/>
            <a:ext cx="502920" cy="50292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24" name="Image 5" descr="/home/claude/icons/pen_i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310" y="3535070"/>
            <a:ext cx="382219" cy="38221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23760" y="3474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Writing</a:t>
            </a:r>
            <a:endParaRPr lang="en-US" sz="1350" dirty="0"/>
          </a:p>
        </p:txBody>
      </p:sp>
      <p:sp>
        <p:nvSpPr>
          <p:cNvPr id="26" name="Shape 18"/>
          <p:cNvSpPr/>
          <p:nvPr/>
        </p:nvSpPr>
        <p:spPr>
          <a:xfrm>
            <a:off x="6537960" y="4297680"/>
            <a:ext cx="502920" cy="50292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27" name="Image 6" descr="/home/claude/icons/comments_ic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310" y="4358030"/>
            <a:ext cx="382219" cy="382219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223760" y="4297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50" dirty="0"/>
          </a:p>
        </p:txBody>
      </p:sp>
      <p:sp>
        <p:nvSpPr>
          <p:cNvPr id="29" name="Shape 20"/>
          <p:cNvSpPr/>
          <p:nvPr/>
        </p:nvSpPr>
        <p:spPr>
          <a:xfrm>
            <a:off x="6537960" y="5120640"/>
            <a:ext cx="502920" cy="50292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30" name="Image 7" descr="/home/claude/icons/present_ic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8310" y="5180990"/>
            <a:ext cx="382219" cy="382219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223760" y="51206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Skills</a:t>
            </a:r>
            <a:endParaRPr lang="en-US" sz="1350" dirty="0"/>
          </a:p>
        </p:txBody>
      </p:sp>
      <p:sp>
        <p:nvSpPr>
          <p:cNvPr id="32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Learning Assessment — Stage 3 Reflection</a:t>
            </a: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Helps My Career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this activity to future opportunities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6F9FF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848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icons/networ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949" y="2150669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74320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Networking Foundation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96112" y="3182112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base for advanced networking topics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16552" y="18288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6F9FF"/>
          </a:solidFill>
          <a:ln/>
        </p:spPr>
      </p:sp>
      <p:sp>
        <p:nvSpPr>
          <p:cNvPr id="10" name="Shape 7"/>
          <p:cNvSpPr/>
          <p:nvPr/>
        </p:nvSpPr>
        <p:spPr>
          <a:xfrm>
            <a:off x="4672584" y="20848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icons/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421" y="2150669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2584" y="274320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Cybersecurity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72584" y="3182112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and security fundamentals apply directly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93024" y="18288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6F9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449056" y="20848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icons/gradcap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893" y="2150669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74320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CCNA Preparation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449056" y="3182112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Reinforces exam-relevant concepts through practice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05072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CADCFC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426110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icons/briefcas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9" y="4326941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4919472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Opportunities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96112" y="5358384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practical skill employers look for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16552" y="4005072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CADCFC"/>
          </a:solidFill>
          <a:ln/>
        </p:spPr>
      </p:sp>
      <p:sp>
        <p:nvSpPr>
          <p:cNvPr id="25" name="Shape 19"/>
          <p:cNvSpPr/>
          <p:nvPr/>
        </p:nvSpPr>
        <p:spPr>
          <a:xfrm>
            <a:off x="4672584" y="426110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home/claude/icons/boo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421" y="4326941"/>
            <a:ext cx="416966" cy="41696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72584" y="4919472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Studies &amp; Research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72584" y="5358384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deeper study in networking areas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93024" y="4005072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CADCFC"/>
          </a:solidFill>
          <a:ln/>
        </p:spPr>
      </p:sp>
      <p:sp>
        <p:nvSpPr>
          <p:cNvPr id="30" name="Shape 23"/>
          <p:cNvSpPr/>
          <p:nvPr/>
        </p:nvSpPr>
        <p:spPr>
          <a:xfrm>
            <a:off x="8449056" y="426110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/home/claude/icons/chartlin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4893" y="4326941"/>
            <a:ext cx="416966" cy="41696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49056" y="4919472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Knowledge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449056" y="5358384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theory into real, applicable understanding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Learning Assessment — Stage 3 Reflection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005840" cy="1463040"/>
          </a:xfrm>
          <a:prstGeom prst="line">
            <a:avLst/>
          </a:prstGeom>
          <a:noFill/>
          <a:ln w="12700">
            <a:solidFill>
              <a:srgbClr val="3540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640080" y="2377440"/>
            <a:ext cx="1280160" cy="1554480"/>
          </a:xfrm>
          <a:prstGeom prst="line">
            <a:avLst/>
          </a:prstGeom>
          <a:noFill/>
          <a:ln w="12700">
            <a:solidFill>
              <a:srgbClr val="3540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3931920"/>
            <a:ext cx="1097280" cy="1463040"/>
          </a:xfrm>
          <a:prstGeom prst="line">
            <a:avLst/>
          </a:prstGeom>
          <a:noFill/>
          <a:ln w="12700">
            <a:solidFill>
              <a:srgbClr val="354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457200" y="5394960"/>
            <a:ext cx="1280160" cy="731520"/>
          </a:xfrm>
          <a:prstGeom prst="line">
            <a:avLst/>
          </a:prstGeom>
          <a:noFill/>
          <a:ln w="12700">
            <a:solidFill>
              <a:srgbClr val="3540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14400" y="640080"/>
            <a:ext cx="2103120" cy="274320"/>
          </a:xfrm>
          <a:prstGeom prst="line">
            <a:avLst/>
          </a:prstGeom>
          <a:noFill/>
          <a:ln w="12700">
            <a:solidFill>
              <a:srgbClr val="3540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0" y="1005840"/>
            <a:ext cx="822960" cy="1463040"/>
          </a:xfrm>
          <a:prstGeom prst="line">
            <a:avLst/>
          </a:prstGeom>
          <a:noFill/>
          <a:ln w="12700">
            <a:solidFill>
              <a:srgbClr val="3540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881360" y="2468880"/>
            <a:ext cx="548640" cy="1554480"/>
          </a:xfrm>
          <a:prstGeom prst="line">
            <a:avLst/>
          </a:prstGeom>
          <a:noFill/>
          <a:ln w="12700">
            <a:solidFill>
              <a:srgbClr val="3540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4023360"/>
            <a:ext cx="731520" cy="1280160"/>
          </a:xfrm>
          <a:prstGeom prst="line">
            <a:avLst/>
          </a:prstGeom>
          <a:noFill/>
          <a:ln w="12700">
            <a:solidFill>
              <a:srgbClr val="3540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424160" y="5303520"/>
            <a:ext cx="1188720" cy="731520"/>
          </a:xfrm>
          <a:prstGeom prst="line">
            <a:avLst/>
          </a:prstGeom>
          <a:noFill/>
          <a:ln w="12700">
            <a:solidFill>
              <a:srgbClr val="3540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0" y="548640"/>
            <a:ext cx="1280160" cy="457200"/>
          </a:xfrm>
          <a:prstGeom prst="line">
            <a:avLst/>
          </a:prstGeom>
          <a:noFill/>
          <a:ln w="12700">
            <a:solidFill>
              <a:srgbClr val="3540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" y="85953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13" name="Shape 11"/>
          <p:cNvSpPr/>
          <p:nvPr/>
        </p:nvSpPr>
        <p:spPr>
          <a:xfrm>
            <a:off x="1865376" y="232257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14" name="Shape 12"/>
          <p:cNvSpPr/>
          <p:nvPr/>
        </p:nvSpPr>
        <p:spPr>
          <a:xfrm>
            <a:off x="585216" y="387705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15" name="Shape 13"/>
          <p:cNvSpPr/>
          <p:nvPr/>
        </p:nvSpPr>
        <p:spPr>
          <a:xfrm>
            <a:off x="1682496" y="534009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16" name="Shape 14"/>
          <p:cNvSpPr/>
          <p:nvPr/>
        </p:nvSpPr>
        <p:spPr>
          <a:xfrm>
            <a:off x="402336" y="607161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52176" y="95097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75136" y="241401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26496" y="396849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20" name="Shape 18"/>
          <p:cNvSpPr/>
          <p:nvPr/>
        </p:nvSpPr>
        <p:spPr>
          <a:xfrm>
            <a:off x="11558016" y="524865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369296" y="598017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22" name="Shape 20"/>
          <p:cNvSpPr/>
          <p:nvPr/>
        </p:nvSpPr>
        <p:spPr>
          <a:xfrm>
            <a:off x="2962656" y="58521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23" name="Shape 21"/>
          <p:cNvSpPr/>
          <p:nvPr/>
        </p:nvSpPr>
        <p:spPr>
          <a:xfrm>
            <a:off x="9272016" y="493776"/>
            <a:ext cx="109728" cy="109728"/>
          </a:xfrm>
          <a:prstGeom prst="ellipse">
            <a:avLst/>
          </a:prstGeom>
          <a:solidFill>
            <a:srgbClr val="3C4A8C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94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822960" y="1508760"/>
            <a:ext cx="384048" cy="384048"/>
          </a:xfrm>
          <a:prstGeom prst="ellipse">
            <a:avLst/>
          </a:prstGeom>
          <a:solidFill>
            <a:srgbClr val="232C6B"/>
          </a:solidFill>
          <a:ln/>
        </p:spPr>
      </p:sp>
      <p:pic>
        <p:nvPicPr>
          <p:cNvPr id="26" name="Image 0" descr="/home/claude/icons/check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046" y="1554846"/>
            <a:ext cx="291876" cy="29187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71600" y="145389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networking beyond classroom concepts.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22960" y="2075688"/>
            <a:ext cx="384048" cy="384048"/>
          </a:xfrm>
          <a:prstGeom prst="ellipse">
            <a:avLst/>
          </a:prstGeom>
          <a:solidFill>
            <a:srgbClr val="232C6B"/>
          </a:solidFill>
          <a:ln/>
        </p:spPr>
      </p:sp>
      <p:pic>
        <p:nvPicPr>
          <p:cNvPr id="29" name="Image 1" descr="/home/claude/icons/check_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046" y="2121774"/>
            <a:ext cx="291876" cy="29187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371600" y="202082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technical knowledge and problem-solving skills.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822960" y="2642616"/>
            <a:ext cx="384048" cy="384048"/>
          </a:xfrm>
          <a:prstGeom prst="ellipse">
            <a:avLst/>
          </a:prstGeom>
          <a:solidFill>
            <a:srgbClr val="232C6B"/>
          </a:solidFill>
          <a:ln/>
        </p:spPr>
      </p:sp>
      <p:pic>
        <p:nvPicPr>
          <p:cNvPr id="32" name="Image 2" descr="/home/claude/icons/check_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46" y="2688702"/>
            <a:ext cx="291876" cy="29187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371600" y="258775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confidence in research, writing, and presentations.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822960" y="3209544"/>
            <a:ext cx="384048" cy="384048"/>
          </a:xfrm>
          <a:prstGeom prst="ellipse">
            <a:avLst/>
          </a:prstGeom>
          <a:solidFill>
            <a:srgbClr val="232C6B"/>
          </a:solidFill>
          <a:ln/>
        </p:spPr>
      </p:sp>
      <p:pic>
        <p:nvPicPr>
          <p:cNvPr id="35" name="Image 3" descr="/home/claude/icons/check_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46" y="3255630"/>
            <a:ext cx="291876" cy="29187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371600" y="31546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to continue learning industry-relevant technologies.</a:t>
            </a:r>
            <a:endParaRPr lang="en-US" sz="1500" dirty="0"/>
          </a:p>
        </p:txBody>
      </p:sp>
      <p:sp>
        <p:nvSpPr>
          <p:cNvPr id="37" name="Shape 31"/>
          <p:cNvSpPr/>
          <p:nvPr/>
        </p:nvSpPr>
        <p:spPr>
          <a:xfrm>
            <a:off x="822960" y="4160520"/>
            <a:ext cx="10515600" cy="1691640"/>
          </a:xfrm>
          <a:prstGeom prst="roundRect">
            <a:avLst>
              <a:gd name="adj" fmla="val 5405"/>
            </a:avLst>
          </a:prstGeom>
          <a:solidFill>
            <a:srgbClr val="232C6B"/>
          </a:solidFill>
          <a:ln w="12700">
            <a:solidFill>
              <a:srgbClr val="35407A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1097280" y="437083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39" name="Shape 33"/>
          <p:cNvSpPr/>
          <p:nvPr/>
        </p:nvSpPr>
        <p:spPr>
          <a:xfrm>
            <a:off x="9509760" y="4434840"/>
            <a:ext cx="731520" cy="73152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40" name="Image 4" descr="/home/claude/icons/question_i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7542" y="4522622"/>
            <a:ext cx="555955" cy="555955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097280" y="4937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Learning Assessment — Stage 3 Reflection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2026-07-09T17:11:59Z</dcterms:created>
  <dcterms:modified xsi:type="dcterms:W3CDTF">2026-07-09T17:11:59Z</dcterms:modified>
</cp:coreProperties>
</file>